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
  </p:notesMasterIdLst>
  <p:sldIdLst>
    <p:sldId id="257" r:id="rId2"/>
    <p:sldId id="258"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54" d="100"/>
          <a:sy n="54" d="100"/>
        </p:scale>
        <p:origin x="400" y="6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716AA9-9422-4F00-AABB-A3D27B337D70}" type="datetimeFigureOut">
              <a:rPr lang="es-CO" smtClean="0"/>
              <a:t>2/04/2026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F67E96-6589-4DE4-9D7F-9E97B0D55F8F}" type="slidenum">
              <a:rPr lang="es-CO" smtClean="0"/>
              <a:t>‹Nº›</a:t>
            </a:fld>
            <a:endParaRPr lang="es-CO"/>
          </a:p>
        </p:txBody>
      </p:sp>
    </p:spTree>
    <p:extLst>
      <p:ext uri="{BB962C8B-B14F-4D97-AF65-F5344CB8AC3E}">
        <p14:creationId xmlns:p14="http://schemas.microsoft.com/office/powerpoint/2010/main" val="622536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Volumen de Casos por Mes</a:t>
            </a:r>
            <a:endParaRPr dirty="0"/>
          </a:p>
          <a:p>
            <a:r>
              <a:rPr b="0" dirty="0"/>
              <a:t>No alt text provided</a:t>
            </a:r>
            <a:endParaRPr dirty="0"/>
          </a:p>
          <a:p>
            <a:endParaRPr dirty="0"/>
          </a:p>
          <a:p>
            <a:r>
              <a:rPr b="1" dirty="0"/>
              <a:t>KPIs Mensuales: SLA, Reincidencia y CSAT</a:t>
            </a:r>
            <a:endParaRPr dirty="0"/>
          </a:p>
          <a:p>
            <a:r>
              <a:rPr b="0" dirty="0"/>
              <a:t>No alt text provided</a:t>
            </a:r>
            <a:endParaRPr dirty="0"/>
          </a:p>
          <a:p>
            <a:endParaRPr dirty="0"/>
          </a:p>
          <a:p>
            <a:r>
              <a:rPr b="1" dirty="0"/>
              <a:t>Distribucion por Tipo de Caso</a:t>
            </a:r>
            <a:endParaRPr dirty="0"/>
          </a:p>
          <a:p>
            <a:r>
              <a:rPr b="0" dirty="0"/>
              <a:t>No alt text provided</a:t>
            </a:r>
            <a:endParaRPr dirty="0"/>
          </a:p>
          <a:p>
            <a:endParaRPr dirty="0"/>
          </a:p>
          <a:p>
            <a:r>
              <a:rPr b="1" dirty="0"/>
              <a:t>lineClusteredColumnComboChart</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sla</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CSAT</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T1</a:t>
            </a:r>
            <a:endParaRPr dirty="0"/>
          </a:p>
          <a:p>
            <a:r>
              <a:rPr b="0" dirty="0"/>
              <a:t>No alt text provided</a:t>
            </a:r>
            <a:endParaRPr dirty="0"/>
          </a:p>
          <a:p>
            <a:endParaRPr dirty="0"/>
          </a:p>
          <a:p>
            <a:r>
              <a:rPr b="1" dirty="0"/>
              <a:t>Total Casos</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CSAT</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T1</a:t>
            </a:r>
            <a:endParaRPr dirty="0"/>
          </a:p>
          <a:p>
            <a:r>
              <a:rPr b="0" dirty="0"/>
              <a:t>No alt text provided</a:t>
            </a:r>
            <a:endParaRPr dirty="0"/>
          </a:p>
          <a:p>
            <a:endParaRPr dirty="0"/>
          </a:p>
          <a:p>
            <a:r>
              <a:rPr b="1" dirty="0"/>
              <a:t>Total Casos</a:t>
            </a:r>
            <a:endParaRPr dirty="0"/>
          </a:p>
          <a:p>
            <a:r>
              <a:rPr b="0" dirty="0"/>
              <a:t>No alt text provided</a:t>
            </a:r>
            <a:endParaRPr dirty="0"/>
          </a:p>
          <a:p>
            <a:endParaRPr dirty="0"/>
          </a:p>
          <a:p>
            <a:r>
              <a:rPr b="1" dirty="0"/>
              <a:t>T1</a:t>
            </a:r>
            <a:endParaRPr dirty="0"/>
          </a:p>
          <a:p>
            <a:r>
              <a:rPr b="0" dirty="0"/>
              <a:t>No alt text provided</a:t>
            </a:r>
            <a:endParaRPr dirty="0"/>
          </a:p>
          <a:p>
            <a:endParaRPr dirty="0"/>
          </a:p>
          <a:p>
            <a:r>
              <a:rPr b="1" dirty="0"/>
              <a:t>Total Casos</a:t>
            </a:r>
            <a:endParaRPr dirty="0"/>
          </a:p>
          <a:p>
            <a:r>
              <a:rPr b="0" dirty="0"/>
              <a:t>No alt text provided</a:t>
            </a:r>
            <a:endParaRPr dirty="0"/>
          </a:p>
          <a:p>
            <a:endParaRPr dirty="0"/>
          </a:p>
          <a:p>
            <a:r>
              <a:rPr b="1" dirty="0"/>
              <a:t>T1</a:t>
            </a:r>
            <a:endParaRPr dirty="0"/>
          </a:p>
          <a:p>
            <a:r>
              <a:rPr b="0" dirty="0"/>
              <a:t>No alt text provided</a:t>
            </a:r>
            <a:endParaRPr dirty="0"/>
          </a:p>
          <a:p>
            <a:endParaRPr dirty="0"/>
          </a:p>
          <a:p>
            <a:r>
              <a:rPr b="1" dirty="0"/>
              <a:t>Total Casos</a:t>
            </a:r>
            <a:endParaRPr dirty="0"/>
          </a:p>
          <a:p>
            <a:r>
              <a:rPr b="0" dirty="0"/>
              <a:t>No alt text provided</a:t>
            </a:r>
            <a:endParaRPr dirty="0"/>
          </a:p>
          <a:p>
            <a:endParaRPr dirty="0"/>
          </a:p>
          <a:p>
            <a:r>
              <a:rPr b="1" dirty="0"/>
              <a:t>T1</a:t>
            </a:r>
            <a:endParaRPr dirty="0"/>
          </a:p>
          <a:p>
            <a:r>
              <a:rPr b="0" dirty="0"/>
              <a:t>No alt text provided</a:t>
            </a:r>
            <a:endParaRPr dirty="0"/>
          </a:p>
          <a:p>
            <a:endParaRPr dirty="0"/>
          </a:p>
          <a:p>
            <a:r>
              <a:rPr b="1" dirty="0"/>
              <a:t>Total Casos</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SLA por Prioridad — Cumplimiento vs Tiempo Respuesta</a:t>
            </a:r>
            <a:endParaRPr dirty="0"/>
          </a:p>
          <a:p>
            <a:r>
              <a:rPr b="0" dirty="0"/>
              <a:t>No alt text provided</a:t>
            </a:r>
            <a:endParaRPr dirty="0"/>
          </a:p>
          <a:p>
            <a:endParaRPr dirty="0"/>
          </a:p>
          <a:p>
            <a:r>
              <a:rPr b="1" dirty="0"/>
              <a:t>Tendencia SLA Mensual</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Mes</a:t>
            </a:r>
            <a:endParaRPr dirty="0"/>
          </a:p>
          <a:p>
            <a:r>
              <a:rPr b="0" dirty="0"/>
              <a:t>No alt text provided</a:t>
            </a:r>
            <a:endParaRPr dirty="0"/>
          </a:p>
          <a:p>
            <a:endParaRPr dirty="0"/>
          </a:p>
          <a:p>
            <a:r>
              <a:rPr b="1" dirty="0"/>
              <a:t>Agencia</a:t>
            </a:r>
            <a:endParaRPr dirty="0"/>
          </a:p>
          <a:p>
            <a:r>
              <a:rPr b="0" dirty="0"/>
              <a:t>No alt text provided</a:t>
            </a:r>
            <a:endParaRPr dirty="0"/>
          </a:p>
          <a:p>
            <a:endParaRPr dirty="0"/>
          </a:p>
          <a:p>
            <a:r>
              <a:rPr b="1" dirty="0"/>
              <a:t>Tipo de caso</a:t>
            </a:r>
            <a:endParaRPr dirty="0"/>
          </a:p>
          <a:p>
            <a:r>
              <a:rPr b="0" dirty="0"/>
              <a:t>No alt text provided</a:t>
            </a:r>
            <a:endParaRPr dirty="0"/>
          </a:p>
          <a:p>
            <a:endParaRPr dirty="0"/>
          </a:p>
          <a:p>
            <a:r>
              <a:rPr b="1" dirty="0"/>
              <a:t>Prioridad</a:t>
            </a:r>
            <a:endParaRPr dirty="0"/>
          </a:p>
          <a:p>
            <a:r>
              <a:rPr b="0" dirty="0"/>
              <a:t>No alt text provided</a:t>
            </a:r>
            <a:endParaRPr dirty="0"/>
          </a:p>
          <a:p>
            <a:endParaRPr dirty="0"/>
          </a:p>
          <a:p>
            <a:r>
              <a:rPr b="1" dirty="0"/>
              <a:t>Total Casos</a:t>
            </a:r>
            <a:endParaRPr dirty="0"/>
          </a:p>
          <a:p>
            <a:r>
              <a:rPr b="0" dirty="0"/>
              <a:t>No alt text provided</a:t>
            </a:r>
            <a:endParaRPr dirty="0"/>
          </a:p>
          <a:p>
            <a:endParaRPr dirty="0"/>
          </a:p>
          <a:p>
            <a:r>
              <a:rPr b="1" dirty="0"/>
              <a:t>T1</a:t>
            </a:r>
            <a:endParaRPr dirty="0"/>
          </a:p>
          <a:p>
            <a:r>
              <a:rPr b="0" dirty="0"/>
              <a:t>No alt text provided</a:t>
            </a:r>
            <a:endParaRPr dirty="0"/>
          </a:p>
          <a:p>
            <a:endParaRPr dirty="0"/>
          </a:p>
          <a:p>
            <a:r>
              <a:rPr b="1" dirty="0"/>
              <a:t>T1</a:t>
            </a:r>
            <a:endParaRPr dirty="0"/>
          </a:p>
          <a:p>
            <a:r>
              <a:rPr b="0" dirty="0"/>
              <a:t>No alt text provided</a:t>
            </a:r>
            <a:endParaRPr dirty="0"/>
          </a:p>
          <a:p>
            <a:endParaRPr dirty="0"/>
          </a:p>
          <a:p>
            <a:r>
              <a:rPr b="1" dirty="0"/>
              <a:t>Total Casos</a:t>
            </a:r>
            <a:endParaRPr dirty="0"/>
          </a:p>
          <a:p>
            <a:r>
              <a:rPr b="0" dirty="0"/>
              <a:t>No alt text provided</a:t>
            </a:r>
            <a:endParaRPr dirty="0"/>
          </a:p>
          <a:p>
            <a:endParaRPr dirty="0"/>
          </a:p>
          <a:p>
            <a:r>
              <a:rPr b="1" dirty="0"/>
              <a:t>T1</a:t>
            </a:r>
            <a:endParaRPr dirty="0"/>
          </a:p>
          <a:p>
            <a:r>
              <a:rPr b="0" dirty="0"/>
              <a:t>No alt text provided</a:t>
            </a:r>
            <a:endParaRPr dirty="0"/>
          </a:p>
          <a:p>
            <a:endParaRPr dirty="0"/>
          </a:p>
          <a:p>
            <a:r>
              <a:rPr b="1" dirty="0"/>
              <a:t>Total Casos</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tableEx</a:t>
            </a:r>
            <a:endParaRPr dirty="0"/>
          </a:p>
          <a:p>
            <a:r>
              <a:rPr b="0" dirty="0"/>
              <a:t>No alt text provided</a:t>
            </a:r>
            <a:endParaRPr dirty="0"/>
          </a:p>
          <a:p>
            <a:endParaRPr dirty="0"/>
          </a:p>
          <a:p>
            <a:r>
              <a:rPr b="1" dirty="0"/>
              <a:t>Volumen de Casos por Agente</a:t>
            </a:r>
            <a:endParaRPr dirty="0"/>
          </a:p>
          <a:p>
            <a:r>
              <a:rPr b="0" dirty="0"/>
              <a:t>No alt text provided</a:t>
            </a:r>
            <a:endParaRPr dirty="0"/>
          </a:p>
          <a:p>
            <a:endParaRPr dirty="0"/>
          </a:p>
          <a:p>
            <a:r>
              <a:rPr b="1" dirty="0"/>
              <a:t>Volumen de Casos por Agente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CSAT</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CSAT</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CSAT</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Mes</a:t>
            </a:r>
            <a:endParaRPr dirty="0"/>
          </a:p>
          <a:p>
            <a:r>
              <a:rPr b="0" dirty="0"/>
              <a:t>No alt text provided</a:t>
            </a:r>
            <a:endParaRPr dirty="0"/>
          </a:p>
          <a:p>
            <a:endParaRPr dirty="0"/>
          </a:p>
          <a:p>
            <a:r>
              <a:rPr b="1" dirty="0"/>
              <a:t>Agencia</a:t>
            </a:r>
            <a:endParaRPr dirty="0"/>
          </a:p>
          <a:p>
            <a:r>
              <a:rPr b="0" dirty="0"/>
              <a:t>No alt text provided</a:t>
            </a:r>
            <a:endParaRPr dirty="0"/>
          </a:p>
          <a:p>
            <a:endParaRPr dirty="0"/>
          </a:p>
          <a:p>
            <a:r>
              <a:rPr b="1" dirty="0"/>
              <a:t>Tipo de caso</a:t>
            </a:r>
            <a:endParaRPr dirty="0"/>
          </a:p>
          <a:p>
            <a:r>
              <a:rPr b="0" dirty="0"/>
              <a:t>No alt text provided</a:t>
            </a:r>
            <a:endParaRPr dirty="0"/>
          </a:p>
          <a:p>
            <a:endParaRPr dirty="0"/>
          </a:p>
          <a:p>
            <a:r>
              <a:rPr b="1" dirty="0"/>
              <a:t>Prioridad</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clusteredColumnChart</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Reincidencia por Tipo de Caso × Prioridad</a:t>
            </a:r>
            <a:endParaRPr dirty="0"/>
          </a:p>
          <a:p>
            <a:r>
              <a:rPr b="0" dirty="0"/>
              <a:t>No alt text provided</a:t>
            </a:r>
            <a:endParaRPr dirty="0"/>
          </a:p>
          <a:p>
            <a:endParaRPr dirty="0"/>
          </a:p>
          <a:p>
            <a:r>
              <a:rPr b="1" dirty="0"/>
              <a:t>scatterChart</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T1</a:t>
            </a:r>
            <a:endParaRPr dirty="0"/>
          </a:p>
          <a:p>
            <a:r>
              <a:rPr b="0" dirty="0"/>
              <a:t>No alt text provided</a:t>
            </a:r>
            <a:endParaRPr dirty="0"/>
          </a:p>
          <a:p>
            <a:endParaRPr dirty="0"/>
          </a:p>
          <a:p>
            <a:r>
              <a:rPr b="1" dirty="0"/>
              <a:t>Total Casos</a:t>
            </a:r>
            <a:endParaRPr dirty="0"/>
          </a:p>
          <a:p>
            <a:r>
              <a:rPr b="0" dirty="0"/>
              <a:t>No alt text provided</a:t>
            </a:r>
            <a:endParaRPr dirty="0"/>
          </a:p>
          <a:p>
            <a:endParaRPr dirty="0"/>
          </a:p>
          <a:p>
            <a:r>
              <a:rPr b="1" dirty="0"/>
              <a:t>T1</a:t>
            </a:r>
            <a:endParaRPr dirty="0"/>
          </a:p>
          <a:p>
            <a:r>
              <a:rPr b="0" dirty="0"/>
              <a:t>No alt text provided</a:t>
            </a:r>
            <a:endParaRPr dirty="0"/>
          </a:p>
          <a:p>
            <a:endParaRPr dirty="0"/>
          </a:p>
          <a:p>
            <a:r>
              <a:rPr b="1" dirty="0"/>
              <a:t>T1</a:t>
            </a:r>
            <a:endParaRPr dirty="0"/>
          </a:p>
          <a:p>
            <a:r>
              <a:rPr b="0" dirty="0"/>
              <a:t>No alt text provided</a:t>
            </a:r>
            <a:endParaRPr dirty="0"/>
          </a:p>
          <a:p>
            <a:endParaRPr dirty="0"/>
          </a:p>
          <a:p>
            <a:r>
              <a:rPr b="1" dirty="0"/>
              <a:t>T1</a:t>
            </a:r>
            <a:endParaRPr dirty="0"/>
          </a:p>
          <a:p>
            <a:r>
              <a:rPr b="0" dirty="0"/>
              <a:t>No alt text provided</a:t>
            </a:r>
            <a:endParaRPr dirty="0"/>
          </a:p>
          <a:p>
            <a:endParaRPr dirty="0"/>
          </a:p>
          <a:p>
            <a:r>
              <a:rPr b="1" dirty="0"/>
              <a:t>Tipo de caso</a:t>
            </a:r>
            <a:endParaRPr dirty="0"/>
          </a:p>
          <a:p>
            <a:r>
              <a:rPr b="0" dirty="0"/>
              <a:t>No alt text provided</a:t>
            </a:r>
            <a:endParaRPr dirty="0"/>
          </a:p>
          <a:p>
            <a:endParaRPr dirty="0"/>
          </a:p>
          <a:p>
            <a:r>
              <a:rPr b="1" dirty="0"/>
              <a:t>Agencia</a:t>
            </a:r>
            <a:endParaRPr dirty="0"/>
          </a:p>
          <a:p>
            <a:r>
              <a:rPr b="0" dirty="0"/>
              <a:t>No alt text provided</a:t>
            </a:r>
            <a:endParaRPr dirty="0"/>
          </a:p>
          <a:p>
            <a:endParaRPr dirty="0"/>
          </a:p>
          <a:p>
            <a:r>
              <a:rPr b="1" dirty="0"/>
              <a:t>Prioridad</a:t>
            </a:r>
            <a:endParaRPr dirty="0"/>
          </a:p>
          <a:p>
            <a:r>
              <a:rPr b="0" dirty="0"/>
              <a:t>No alt text provided</a:t>
            </a:r>
            <a:endParaRPr dirty="0"/>
          </a:p>
          <a:p>
            <a:endParaRPr dirty="0"/>
          </a:p>
          <a:p>
            <a:r>
              <a:rPr b="1" dirty="0"/>
              <a:t>Mes</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Ventas 2025 vs Casos de Soporte por Agencia</a:t>
            </a:r>
            <a:endParaRPr dirty="0"/>
          </a:p>
          <a:p>
            <a:r>
              <a:rPr b="0" dirty="0"/>
              <a:t>No alt text provided</a:t>
            </a:r>
            <a:endParaRPr dirty="0"/>
          </a:p>
          <a:p>
            <a:endParaRPr dirty="0"/>
          </a:p>
          <a:p>
            <a:r>
              <a:rPr b="1" dirty="0"/>
              <a:t>Relacion Ventas vs Casos de Soporte por Agencia (Turismo)</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Ventas por Region — 2024 vs 2025</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‹Nº›</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4/2/2026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‹Nº›</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a28144ae-3ead-469b-a991-1b9d89230515/?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a28144ae-3ead-469b-a991-1b9d89230515/?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a28144ae-3ead-469b-a991-1b9d89230515/?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a28144ae-3ead-469b-a991-1b9d89230515/?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a28144ae-3ead-469b-a991-1b9d89230515/?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Volumen de Casos por Mes ,KPIs Mensuales: SLA, Reincidencia y CSAT ,Distribucion por Tipo de Caso ,lineClusteredColumnComboChart ,image ,sla ,cardVisual ,CSAT ,cardVisual ,textbox ,T1 ,Total Casos ,textbox ,slicer ,CSAT ,cardVisual ,T1 ,Total Casos ,T1 ,Total Casos ,T1 ,Total Casos ,T1 ,Total Casos ,textbox ,slicer. Please refer to the notes on this slide for details">
            <a:hlinkClick r:id="rId3"/>
          </p:cNvPr>
          <p:cNvPicPr>
            <a:picLocks noChangeAspect="1"/>
          </p:cNvPicPr>
          <p:nvPr/>
        </p:nvPicPr>
        <p:blipFill>
          <a:blip r:embed="rId4"/>
          <a:stretch>
            <a:fillRect/>
          </a:stretch>
        </p:blipFill>
        <p:spPr>
          <a:xfrm>
            <a:off x="247650" y="0"/>
            <a:ext cx="11687175" cy="6848475"/>
          </a:xfrm>
          <a:prstGeom prst="rect">
            <a:avLst/>
          </a:prstGeom>
          <a:noFill/>
        </p:spPr>
      </p:pic>
      <p:sp>
        <p:nvSpPr>
          <p:cNvPr id="4" name="Title" hidden="1"/>
          <p:cNvSpPr>
            <a:spLocks noGrp="1"/>
          </p:cNvSpPr>
          <p:nvPr>
            <p:ph type="title"/>
          </p:nvPr>
        </p:nvSpPr>
        <p:spPr/>
        <p:txBody>
          <a:bodyPr/>
          <a:lstStyle/>
          <a:p>
            <a:r>
              <a:t>Overview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LA por Prioridad — Cumplimiento vs Tiempo Respuesta ,Tendencia SLA Mensual ,clusteredBarChart ,clusteredBarChart ,image ,Mes ,Agencia ,Tipo de caso ,Prioridad ,Total Casos ,T1 ,T1 ,Total Casos ,T1 ,Total Casos. Please refer to the notes on this slide for details">
            <a:hlinkClick r:id="rId3"/>
          </p:cNvPr>
          <p:cNvPicPr>
            <a:picLocks noChangeAspect="1"/>
          </p:cNvPicPr>
          <p:nvPr/>
        </p:nvPicPr>
        <p:blipFill>
          <a:blip r:embed="rId4"/>
          <a:stretch>
            <a:fillRect/>
          </a:stretch>
        </p:blipFill>
        <p:spPr>
          <a:xfrm>
            <a:off x="1143000" y="0"/>
            <a:ext cx="9896475" cy="6858000"/>
          </a:xfrm>
          <a:prstGeom prst="rect">
            <a:avLst/>
          </a:prstGeom>
          <a:noFill/>
        </p:spPr>
      </p:pic>
      <p:sp>
        <p:nvSpPr>
          <p:cNvPr id="4" name="Title" hidden="1"/>
          <p:cNvSpPr>
            <a:spLocks noGrp="1"/>
          </p:cNvSpPr>
          <p:nvPr>
            <p:ph type="title"/>
          </p:nvPr>
        </p:nvSpPr>
        <p:spPr/>
        <p:txBody>
          <a:bodyPr/>
          <a:lstStyle/>
          <a:p>
            <a:r>
              <a:t>Tiempos SLA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ableEx ,Volumen de Casos por Agente ,Volumen de Casos por Agente ,image ,CSAT ,cardVisual ,CSAT ,cardVisual ,CSAT ,cardVisual ,Mes ,Agencia ,Tipo de caso ,Prioridad. Please refer to the notes on this slide for details">
            <a:hlinkClick r:id="rId3"/>
          </p:cNvPr>
          <p:cNvPicPr>
            <a:picLocks noChangeAspect="1"/>
          </p:cNvPicPr>
          <p:nvPr/>
        </p:nvPicPr>
        <p:blipFill>
          <a:blip r:embed="rId4"/>
          <a:stretch>
            <a:fillRect/>
          </a:stretch>
        </p:blipFill>
        <p:spPr>
          <a:xfrm>
            <a:off x="1143000" y="0"/>
            <a:ext cx="9896475" cy="6858000"/>
          </a:xfrm>
          <a:prstGeom prst="rect">
            <a:avLst/>
          </a:prstGeom>
          <a:noFill/>
        </p:spPr>
      </p:pic>
      <p:sp>
        <p:nvSpPr>
          <p:cNvPr id="4" name="Title" hidden="1"/>
          <p:cNvSpPr>
            <a:spLocks noGrp="1"/>
          </p:cNvSpPr>
          <p:nvPr>
            <p:ph type="title"/>
          </p:nvPr>
        </p:nvSpPr>
        <p:spPr/>
        <p:txBody>
          <a:bodyPr/>
          <a:lstStyle/>
          <a:p>
            <a:r>
              <a:t>Productividad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lusteredColumnChart ,clusteredBarChart ,Reincidencia por Tipo de Caso × Prioridad ,scatterChart ,image ,T1 ,Total Casos ,T1 ,T1 ,T1 ,Tipo de caso ,Agencia ,Prioridad ,Mes. Please refer to the notes on this slide for details">
            <a:hlinkClick r:id="rId3"/>
          </p:cNvPr>
          <p:cNvPicPr>
            <a:picLocks noChangeAspect="1"/>
          </p:cNvPicPr>
          <p:nvPr/>
        </p:nvPicPr>
        <p:blipFill>
          <a:blip r:embed="rId4"/>
          <a:stretch>
            <a:fillRect/>
          </a:stretch>
        </p:blipFill>
        <p:spPr>
          <a:xfrm>
            <a:off x="1143000" y="0"/>
            <a:ext cx="9896475" cy="6858000"/>
          </a:xfrm>
          <a:prstGeom prst="rect">
            <a:avLst/>
          </a:prstGeom>
          <a:noFill/>
        </p:spPr>
      </p:pic>
      <p:sp>
        <p:nvSpPr>
          <p:cNvPr id="4" name="Title" hidden="1"/>
          <p:cNvSpPr>
            <a:spLocks noGrp="1"/>
          </p:cNvSpPr>
          <p:nvPr>
            <p:ph type="title"/>
          </p:nvPr>
        </p:nvSpPr>
        <p:spPr/>
        <p:txBody>
          <a:bodyPr/>
          <a:lstStyle/>
          <a:p>
            <a:r>
              <a:t>Reincidencias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Ventas 2025 vs Casos de Soporte por Agencia ,Relacion Ventas vs Casos de Soporte por Agencia (Turismo) ,clusteredColumnChart ,Ventas por Region — 2024 vs 2025 ,cardVisual ,textbox ,textbox ,textbox ,textbox ,slicer ,image ,slicer ,slicer. Please refer to the notes on this slide for details">
            <a:hlinkClick r:id="rId3"/>
          </p:cNvPr>
          <p:cNvPicPr>
            <a:picLocks noChangeAspect="1"/>
          </p:cNvPicPr>
          <p:nvPr/>
        </p:nvPicPr>
        <p:blipFill>
          <a:blip r:embed="rId4"/>
          <a:stretch>
            <a:fillRect/>
          </a:stretch>
        </p:blipFill>
        <p:spPr>
          <a:xfrm>
            <a:off x="371475" y="0"/>
            <a:ext cx="11439525" cy="6848475"/>
          </a:xfrm>
          <a:prstGeom prst="rect">
            <a:avLst/>
          </a:prstGeom>
          <a:noFill/>
        </p:spPr>
      </p:pic>
      <p:sp>
        <p:nvSpPr>
          <p:cNvPr id="4" name="Title" hidden="1"/>
          <p:cNvSpPr>
            <a:spLocks noGrp="1"/>
          </p:cNvSpPr>
          <p:nvPr>
            <p:ph type="title"/>
          </p:nvPr>
        </p:nvSpPr>
        <p:spPr/>
        <p:txBody>
          <a:bodyPr/>
          <a:lstStyle/>
          <a:p>
            <a:r>
              <a:t>Ventas &amp; Soporte</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TotalTime>
  <Words>494</Words>
  <Application>Microsoft Office PowerPoint</Application>
  <PresentationFormat>Panorámica</PresentationFormat>
  <Paragraphs>246</Paragraphs>
  <Slides>5</Slides>
  <Notes>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vt:i4>
      </vt:variant>
    </vt:vector>
  </HeadingPairs>
  <TitlesOfParts>
    <vt:vector size="10" baseType="lpstr">
      <vt:lpstr>Aptos</vt:lpstr>
      <vt:lpstr>Arial</vt:lpstr>
      <vt:lpstr>Calibri</vt:lpstr>
      <vt:lpstr>Calibri Light</vt:lpstr>
      <vt:lpstr>Custom Design</vt:lpstr>
      <vt:lpstr>Overview</vt:lpstr>
      <vt:lpstr>Tiempos SLA</vt:lpstr>
      <vt:lpstr>Productividad</vt:lpstr>
      <vt:lpstr>Reincidencias</vt:lpstr>
      <vt:lpstr>Ventas &amp; Soporte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JUAN DANIEL SANTAMARIA SAAVEDRA</cp:lastModifiedBy>
  <cp:revision>5</cp:revision>
  <dcterms:created xsi:type="dcterms:W3CDTF">2016-09-04T11:54:55Z</dcterms:created>
  <dcterms:modified xsi:type="dcterms:W3CDTF">2026-04-02T18:29:45Z</dcterms:modified>
</cp:coreProperties>
</file>